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30b50b7cc587ec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30b50b7cc587ec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630b50b7cc587ec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630b50b7cc587ec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630b50b7cc587ec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630b50b7cc587ec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630b50b7cc587ec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630b50b7cc587ec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30b50b7cc587ec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30b50b7cc587ec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30b50b7cc587ec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30b50b7cc587ec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630b50b7cc587ec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630b50b7cc587ec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30b50b7cc587ec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30b50b7cc587ec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630b50b7cc587ec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630b50b7cc587ec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30b50b7cc587ec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630b50b7cc587ec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630b50b7cc587ec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630b50b7cc587ec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30b50b7cc587ec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630b50b7cc587ec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630b50b7cc587ec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630b50b7cc587ec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9d5eb32841271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9d5eb32841271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79d5eb32841271d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79d5eb32841271d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79d5eb32841271d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79d5eb32841271d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9d5eb32841271d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9d5eb32841271d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9d5eb32841271d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9d5eb32841271d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79d5eb32841271d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79d5eb32841271d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9d5eb32841271d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79d5eb32841271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9d5eb32841271d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79d5eb32841271d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79d5eb32841271d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79d5eb32841271d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9d5eb32841271d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9d5eb32841271d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79d5eb32841271d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79d5eb32841271d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79d5eb32841271d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79d5eb32841271d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10365" r="10206" t="0"/>
          <a:stretch/>
        </p:blipFill>
        <p:spPr>
          <a:xfrm>
            <a:off x="-286762" y="-180892"/>
            <a:ext cx="9717528" cy="550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2998" y="0"/>
            <a:ext cx="11430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2997" y="9"/>
            <a:ext cx="11430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27585" y="0"/>
            <a:ext cx="1142998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0"/>
            <a:ext cx="114300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2975" y="0"/>
            <a:ext cx="1142994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2995" y="-6"/>
            <a:ext cx="11430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12" y="-8"/>
            <a:ext cx="11430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-2"/>
            <a:ext cx="1142999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12" y="11"/>
            <a:ext cx="11430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7" y="1"/>
            <a:ext cx="1143001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7"/>
            <a:ext cx="1142998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-11"/>
            <a:ext cx="114300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80294" y="5"/>
            <a:ext cx="11704584" cy="526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686" y="147433"/>
            <a:ext cx="7826650" cy="48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1"/>
            <a:ext cx="114300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9"/>
            <a:ext cx="114300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12544" y="-7"/>
            <a:ext cx="12169098" cy="547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0"/>
            <a:ext cx="114300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84786" y="-198799"/>
            <a:ext cx="12313566" cy="554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-1"/>
            <a:ext cx="114300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73970" y="-2"/>
            <a:ext cx="11430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14599" y="-322686"/>
            <a:ext cx="12864192" cy="578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"/>
            <a:ext cx="91439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7"/>
          <p:cNvPicPr preferRelativeResize="0"/>
          <p:nvPr/>
        </p:nvPicPr>
        <p:blipFill rotWithShape="1">
          <a:blip r:embed="rId3">
            <a:alphaModFix/>
          </a:blip>
          <a:srcRect b="9057" l="11085" r="11178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8"/>
          <p:cNvPicPr preferRelativeResize="0"/>
          <p:nvPr/>
        </p:nvPicPr>
        <p:blipFill rotWithShape="1">
          <a:blip r:embed="rId3">
            <a:alphaModFix/>
          </a:blip>
          <a:srcRect b="19263" l="10164" r="1265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